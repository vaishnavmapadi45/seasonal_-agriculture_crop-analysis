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8" r:id="rId11"/>
    <p:sldId id="349" r:id="rId12"/>
    <p:sldId id="347" r:id="rId13"/>
    <p:sldId id="350" r:id="rId14"/>
    <p:sldId id="351" r:id="rId15"/>
    <p:sldId id="352"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 dt="2026-09-07T08:07:25.976"/>
    <p1510:client id="{357D13BE-7F98-70FA-4B62-B62027610EDA}" v="11" dt="2026-09-07T08:26:53.067"/>
    <p1510:client id="{BA655B44-D289-BC3E-2007-29DA82EA8CDE}" v="706" dt="2026-09-07T08:03:37.93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nav Mapadi" userId="S::vaishnavam23hece@student.mes.ac.in::325104e4-760f-4bfe-b771-34c5b105af8f" providerId="AD" clId="Web-{BA655B44-D289-BC3E-2007-29DA82EA8CDE}"/>
    <pc:docChg chg="addSld delSld modSld sldOrd">
      <pc:chgData name="vaishnav Mapadi" userId="S::vaishnavam23hece@student.mes.ac.in::325104e4-760f-4bfe-b771-34c5b105af8f" providerId="AD" clId="Web-{BA655B44-D289-BC3E-2007-29DA82EA8CDE}" dt="2026-09-07T08:03:37.931" v="586" actId="20577"/>
      <pc:docMkLst>
        <pc:docMk/>
      </pc:docMkLst>
      <pc:sldChg chg="modSp">
        <pc:chgData name="vaishnav Mapadi" userId="S::vaishnavam23hece@student.mes.ac.in::325104e4-760f-4bfe-b771-34c5b105af8f" providerId="AD" clId="Web-{BA655B44-D289-BC3E-2007-29DA82EA8CDE}" dt="2026-09-07T07:32:49.106" v="380" actId="20577"/>
        <pc:sldMkLst>
          <pc:docMk/>
          <pc:sldMk cId="1341901065" sldId="302"/>
        </pc:sldMkLst>
        <pc:spChg chg="mod">
          <ac:chgData name="vaishnav Mapadi" userId="S::vaishnavam23hece@student.mes.ac.in::325104e4-760f-4bfe-b771-34c5b105af8f" providerId="AD" clId="Web-{BA655B44-D289-BC3E-2007-29DA82EA8CDE}" dt="2026-09-07T07:32:49.106" v="380" actId="20577"/>
          <ac:spMkLst>
            <pc:docMk/>
            <pc:sldMk cId="1341901065" sldId="302"/>
            <ac:spMk id="7" creationId="{B21C28F5-3CA3-4B78-B5C9-550C00BB3174}"/>
          </ac:spMkLst>
        </pc:spChg>
      </pc:sldChg>
      <pc:sldChg chg="addSp modSp">
        <pc:chgData name="vaishnav Mapadi" userId="S::vaishnavam23hece@student.mes.ac.in::325104e4-760f-4bfe-b771-34c5b105af8f" providerId="AD" clId="Web-{BA655B44-D289-BC3E-2007-29DA82EA8CDE}" dt="2026-09-07T07:25:27.994" v="292" actId="20577"/>
        <pc:sldMkLst>
          <pc:docMk/>
          <pc:sldMk cId="3696770303" sldId="315"/>
        </pc:sldMkLst>
        <pc:spChg chg="add">
          <ac:chgData name="vaishnav Mapadi" userId="S::vaishnavam23hece@student.mes.ac.in::325104e4-760f-4bfe-b771-34c5b105af8f" providerId="AD" clId="Web-{BA655B44-D289-BC3E-2007-29DA82EA8CDE}" dt="2026-09-07T07:21:47.538" v="263"/>
          <ac:spMkLst>
            <pc:docMk/>
            <pc:sldMk cId="3696770303" sldId="315"/>
            <ac:spMk id="2" creationId="{98CD7427-1C20-890C-D6AD-D8C268BCBC1B}"/>
          </ac:spMkLst>
        </pc:spChg>
        <pc:spChg chg="mod">
          <ac:chgData name="vaishnav Mapadi" userId="S::vaishnavam23hece@student.mes.ac.in::325104e4-760f-4bfe-b771-34c5b105af8f" providerId="AD" clId="Web-{BA655B44-D289-BC3E-2007-29DA82EA8CDE}" dt="2026-09-07T07:25:05.447" v="288" actId="1076"/>
          <ac:spMkLst>
            <pc:docMk/>
            <pc:sldMk cId="3696770303" sldId="315"/>
            <ac:spMk id="3" creationId="{EBF2FBC7-3552-4F01-BB27-8BEEE74F7277}"/>
          </ac:spMkLst>
        </pc:spChg>
        <pc:spChg chg="add mod">
          <ac:chgData name="vaishnav Mapadi" userId="S::vaishnavam23hece@student.mes.ac.in::325104e4-760f-4bfe-b771-34c5b105af8f" providerId="AD" clId="Web-{BA655B44-D289-BC3E-2007-29DA82EA8CDE}" dt="2026-09-07T07:25:27.994" v="292" actId="20577"/>
          <ac:spMkLst>
            <pc:docMk/>
            <pc:sldMk cId="3696770303" sldId="315"/>
            <ac:spMk id="4" creationId="{B8319B7B-533A-326E-6192-7055B17CE422}"/>
          </ac:spMkLst>
        </pc:spChg>
      </pc:sldChg>
      <pc:sldChg chg="modSp">
        <pc:chgData name="vaishnav Mapadi" userId="S::vaishnavam23hece@student.mes.ac.in::325104e4-760f-4bfe-b771-34c5b105af8f" providerId="AD" clId="Web-{BA655B44-D289-BC3E-2007-29DA82EA8CDE}" dt="2026-09-07T07:20:53.677" v="260" actId="20577"/>
        <pc:sldMkLst>
          <pc:docMk/>
          <pc:sldMk cId="3098548442" sldId="327"/>
        </pc:sldMkLst>
        <pc:spChg chg="mod">
          <ac:chgData name="vaishnav Mapadi" userId="S::vaishnavam23hece@student.mes.ac.in::325104e4-760f-4bfe-b771-34c5b105af8f" providerId="AD" clId="Web-{BA655B44-D289-BC3E-2007-29DA82EA8CDE}" dt="2026-09-07T07:20:53.677" v="260" actId="20577"/>
          <ac:spMkLst>
            <pc:docMk/>
            <pc:sldMk cId="3098548442" sldId="327"/>
            <ac:spMk id="2" creationId="{E46E4DD1-270B-4C80-AFF0-EB26F132AF36}"/>
          </ac:spMkLst>
        </pc:spChg>
      </pc:sldChg>
      <pc:sldChg chg="modSp">
        <pc:chgData name="vaishnav Mapadi" userId="S::vaishnavam23hece@student.mes.ac.in::325104e4-760f-4bfe-b771-34c5b105af8f" providerId="AD" clId="Web-{BA655B44-D289-BC3E-2007-29DA82EA8CDE}" dt="2026-09-07T07:28:30.495" v="311" actId="20577"/>
        <pc:sldMkLst>
          <pc:docMk/>
          <pc:sldMk cId="48075006" sldId="329"/>
        </pc:sldMkLst>
        <pc:spChg chg="mod">
          <ac:chgData name="vaishnav Mapadi" userId="S::vaishnavam23hece@student.mes.ac.in::325104e4-760f-4bfe-b771-34c5b105af8f" providerId="AD" clId="Web-{BA655B44-D289-BC3E-2007-29DA82EA8CDE}" dt="2026-09-07T07:28:30.495" v="311" actId="20577"/>
          <ac:spMkLst>
            <pc:docMk/>
            <pc:sldMk cId="48075006" sldId="329"/>
            <ac:spMk id="2" creationId="{664E3B60-2780-459A-8583-F095D5E7463A}"/>
          </ac:spMkLst>
        </pc:spChg>
      </pc:sldChg>
      <pc:sldChg chg="addSp delSp modSp delAnim">
        <pc:chgData name="vaishnav Mapadi" userId="S::vaishnavam23hece@student.mes.ac.in::325104e4-760f-4bfe-b771-34c5b105af8f" providerId="AD" clId="Web-{BA655B44-D289-BC3E-2007-29DA82EA8CDE}" dt="2026-09-07T07:13:57.841" v="222" actId="14100"/>
        <pc:sldMkLst>
          <pc:docMk/>
          <pc:sldMk cId="1604013440" sldId="338"/>
        </pc:sldMkLst>
        <pc:spChg chg="mod">
          <ac:chgData name="vaishnav Mapadi" userId="S::vaishnavam23hece@student.mes.ac.in::325104e4-760f-4bfe-b771-34c5b105af8f" providerId="AD" clId="Web-{BA655B44-D289-BC3E-2007-29DA82EA8CDE}" dt="2026-09-07T07:11:39.137" v="169" actId="20577"/>
          <ac:spMkLst>
            <pc:docMk/>
            <pc:sldMk cId="1604013440" sldId="338"/>
            <ac:spMk id="2" creationId="{7201737A-B873-4D1D-8A41-5ABF5184BC8F}"/>
          </ac:spMkLst>
        </pc:spChg>
        <pc:spChg chg="mod">
          <ac:chgData name="vaishnav Mapadi" userId="S::vaishnavam23hece@student.mes.ac.in::325104e4-760f-4bfe-b771-34c5b105af8f" providerId="AD" clId="Web-{BA655B44-D289-BC3E-2007-29DA82EA8CDE}" dt="2026-09-07T07:13:57.841" v="222" actId="14100"/>
          <ac:spMkLst>
            <pc:docMk/>
            <pc:sldMk cId="1604013440" sldId="338"/>
            <ac:spMk id="3" creationId="{17F04107-8754-E47D-3375-529E689711FA}"/>
          </ac:spMkLst>
        </pc:spChg>
        <pc:spChg chg="mod">
          <ac:chgData name="vaishnav Mapadi" userId="S::vaishnavam23hece@student.mes.ac.in::325104e4-760f-4bfe-b771-34c5b105af8f" providerId="AD" clId="Web-{BA655B44-D289-BC3E-2007-29DA82EA8CDE}" dt="2026-09-07T07:09:15.542" v="120" actId="14100"/>
          <ac:spMkLst>
            <pc:docMk/>
            <pc:sldMk cId="1604013440" sldId="338"/>
            <ac:spMk id="4" creationId="{92056599-CDAA-4367-BEF8-31D6E32518C8}"/>
          </ac:spMkLst>
        </pc:spChg>
        <pc:spChg chg="add mod">
          <ac:chgData name="vaishnav Mapadi" userId="S::vaishnavam23hece@student.mes.ac.in::325104e4-760f-4bfe-b771-34c5b105af8f" providerId="AD" clId="Web-{BA655B44-D289-BC3E-2007-29DA82EA8CDE}" dt="2026-09-07T07:11:50.231" v="170" actId="1076"/>
          <ac:spMkLst>
            <pc:docMk/>
            <pc:sldMk cId="1604013440" sldId="338"/>
            <ac:spMk id="5" creationId="{F425C93B-0707-1A44-D537-860DDEB93435}"/>
          </ac:spMkLst>
        </pc:spChg>
        <pc:spChg chg="add mod">
          <ac:chgData name="vaishnav Mapadi" userId="S::vaishnavam23hece@student.mes.ac.in::325104e4-760f-4bfe-b771-34c5b105af8f" providerId="AD" clId="Web-{BA655B44-D289-BC3E-2007-29DA82EA8CDE}" dt="2026-09-07T07:12:39.934" v="192" actId="1076"/>
          <ac:spMkLst>
            <pc:docMk/>
            <pc:sldMk cId="1604013440" sldId="338"/>
            <ac:spMk id="7" creationId="{B04F8409-F819-018E-6BAB-9E8022128E39}"/>
          </ac:spMkLst>
        </pc:spChg>
        <pc:spChg chg="del">
          <ac:chgData name="vaishnav Mapadi" userId="S::vaishnavam23hece@student.mes.ac.in::325104e4-760f-4bfe-b771-34c5b105af8f" providerId="AD" clId="Web-{BA655B44-D289-BC3E-2007-29DA82EA8CDE}" dt="2026-09-07T07:09:05.417" v="117"/>
          <ac:spMkLst>
            <pc:docMk/>
            <pc:sldMk cId="1604013440" sldId="338"/>
            <ac:spMk id="15" creationId="{824B8A32-9AB3-457E-82E1-C85D3203CE35}"/>
          </ac:spMkLst>
        </pc:spChg>
      </pc:sldChg>
      <pc:sldChg chg="addSp delSp modSp">
        <pc:chgData name="vaishnav Mapadi" userId="S::vaishnavam23hece@student.mes.ac.in::325104e4-760f-4bfe-b771-34c5b105af8f" providerId="AD" clId="Web-{BA655B44-D289-BC3E-2007-29DA82EA8CDE}" dt="2026-09-07T07:49:06.714" v="489" actId="20577"/>
        <pc:sldMkLst>
          <pc:docMk/>
          <pc:sldMk cId="1086225493" sldId="339"/>
        </pc:sldMkLst>
        <pc:spChg chg="mod">
          <ac:chgData name="vaishnav Mapadi" userId="S::vaishnavam23hece@student.mes.ac.in::325104e4-760f-4bfe-b771-34c5b105af8f" providerId="AD" clId="Web-{BA655B44-D289-BC3E-2007-29DA82EA8CDE}" dt="2026-09-07T07:49:06.714" v="489" actId="20577"/>
          <ac:spMkLst>
            <pc:docMk/>
            <pc:sldMk cId="1086225493" sldId="339"/>
            <ac:spMk id="4" creationId="{AFE3A2AF-177E-45E6-A191-0F8523DB7FFA}"/>
          </ac:spMkLst>
        </pc:spChg>
        <pc:picChg chg="add del mod">
          <ac:chgData name="vaishnav Mapadi" userId="S::vaishnavam23hece@student.mes.ac.in::325104e4-760f-4bfe-b771-34c5b105af8f" providerId="AD" clId="Web-{BA655B44-D289-BC3E-2007-29DA82EA8CDE}" dt="2026-09-07T07:41:17.679" v="382"/>
          <ac:picMkLst>
            <pc:docMk/>
            <pc:sldMk cId="1086225493" sldId="339"/>
            <ac:picMk id="2" creationId="{4E90B76F-3E2C-F09E-5479-0A6A22FB3E1E}"/>
          </ac:picMkLst>
        </pc:picChg>
        <pc:picChg chg="add mod modCrop">
          <ac:chgData name="vaishnav Mapadi" userId="S::vaishnavam23hece@student.mes.ac.in::325104e4-760f-4bfe-b771-34c5b105af8f" providerId="AD" clId="Web-{BA655B44-D289-BC3E-2007-29DA82EA8CDE}" dt="2026-09-07T07:42:45.946" v="393" actId="14100"/>
          <ac:picMkLst>
            <pc:docMk/>
            <pc:sldMk cId="1086225493" sldId="339"/>
            <ac:picMk id="3" creationId="{E0B988C2-E498-F185-3871-6675E53AB315}"/>
          </ac:picMkLst>
        </pc:picChg>
      </pc:sldChg>
      <pc:sldChg chg="addSp delSp modSp del mod modClrScheme chgLayout">
        <pc:chgData name="vaishnav Mapadi" userId="S::vaishnavam23hece@student.mes.ac.in::325104e4-760f-4bfe-b771-34c5b105af8f" providerId="AD" clId="Web-{BA655B44-D289-BC3E-2007-29DA82EA8CDE}" dt="2026-09-07T07:57:34.365" v="524"/>
        <pc:sldMkLst>
          <pc:docMk/>
          <pc:sldMk cId="3849627828" sldId="340"/>
        </pc:sldMkLst>
        <pc:spChg chg="add del mod ord">
          <ac:chgData name="vaishnav Mapadi" userId="S::vaishnavam23hece@student.mes.ac.in::325104e4-760f-4bfe-b771-34c5b105af8f" providerId="AD" clId="Web-{BA655B44-D289-BC3E-2007-29DA82EA8CDE}" dt="2026-09-07T07:57:15.052" v="521"/>
          <ac:spMkLst>
            <pc:docMk/>
            <pc:sldMk cId="3849627828" sldId="340"/>
            <ac:spMk id="3" creationId="{05CC5403-B735-A9CC-6C28-A5DE7375A4E8}"/>
          </ac:spMkLst>
        </pc:spChg>
        <pc:spChg chg="mod ord">
          <ac:chgData name="vaishnav Mapadi" userId="S::vaishnavam23hece@student.mes.ac.in::325104e4-760f-4bfe-b771-34c5b105af8f" providerId="AD" clId="Web-{BA655B44-D289-BC3E-2007-29DA82EA8CDE}" dt="2026-09-07T07:56:09.785" v="516"/>
          <ac:spMkLst>
            <pc:docMk/>
            <pc:sldMk cId="3849627828" sldId="340"/>
            <ac:spMk id="4" creationId="{6D5AF756-BADB-9E87-14AC-F87A8C7463BF}"/>
          </ac:spMkLst>
        </pc:spChg>
        <pc:spChg chg="mod ord">
          <ac:chgData name="vaishnav Mapadi" userId="S::vaishnavam23hece@student.mes.ac.in::325104e4-760f-4bfe-b771-34c5b105af8f" providerId="AD" clId="Web-{BA655B44-D289-BC3E-2007-29DA82EA8CDE}" dt="2026-09-07T07:56:51.177" v="519" actId="1076"/>
          <ac:spMkLst>
            <pc:docMk/>
            <pc:sldMk cId="3849627828" sldId="340"/>
            <ac:spMk id="10" creationId="{3A64DB11-806F-1A4C-E0D5-D745D29CED50}"/>
          </ac:spMkLst>
        </pc:spChg>
        <pc:picChg chg="add del mod">
          <ac:chgData name="vaishnav Mapadi" userId="S::vaishnavam23hece@student.mes.ac.in::325104e4-760f-4bfe-b771-34c5b105af8f" providerId="AD" clId="Web-{BA655B44-D289-BC3E-2007-29DA82EA8CDE}" dt="2026-09-07T07:56:17.239" v="517"/>
          <ac:picMkLst>
            <pc:docMk/>
            <pc:sldMk cId="3849627828" sldId="340"/>
            <ac:picMk id="2" creationId="{9A77D7D1-F22C-44C3-60F5-F87BBFAEF18F}"/>
          </ac:picMkLst>
        </pc:picChg>
        <pc:picChg chg="add mod ord">
          <ac:chgData name="vaishnav Mapadi" userId="S::vaishnavam23hece@student.mes.ac.in::325104e4-760f-4bfe-b771-34c5b105af8f" providerId="AD" clId="Web-{BA655B44-D289-BC3E-2007-29DA82EA8CDE}" dt="2026-09-07T07:57:22.099" v="523" actId="14100"/>
          <ac:picMkLst>
            <pc:docMk/>
            <pc:sldMk cId="3849627828" sldId="340"/>
            <ac:picMk id="6" creationId="{A6E468C8-99A3-C302-DEEC-41596C0EBEBC}"/>
          </ac:picMkLst>
        </pc:picChg>
      </pc:sldChg>
      <pc:sldChg chg="addSp delSp modSp ord">
        <pc:chgData name="vaishnav Mapadi" userId="S::vaishnavam23hece@student.mes.ac.in::325104e4-760f-4bfe-b771-34c5b105af8f" providerId="AD" clId="Web-{BA655B44-D289-BC3E-2007-29DA82EA8CDE}" dt="2026-09-07T08:03:37.931" v="586" actId="20577"/>
        <pc:sldMkLst>
          <pc:docMk/>
          <pc:sldMk cId="776828144" sldId="341"/>
        </pc:sldMkLst>
        <pc:spChg chg="add del">
          <ac:chgData name="vaishnav Mapadi" userId="S::vaishnavam23hece@student.mes.ac.in::325104e4-760f-4bfe-b771-34c5b105af8f" providerId="AD" clId="Web-{BA655B44-D289-BC3E-2007-29DA82EA8CDE}" dt="2026-09-07T08:03:21.587" v="582"/>
          <ac:spMkLst>
            <pc:docMk/>
            <pc:sldMk cId="776828144" sldId="341"/>
            <ac:spMk id="2" creationId="{78D19B3C-34F1-A4D5-AE3E-BE69A2711DBC}"/>
          </ac:spMkLst>
        </pc:spChg>
        <pc:spChg chg="add mod">
          <ac:chgData name="vaishnav Mapadi" userId="S::vaishnavam23hece@student.mes.ac.in::325104e4-760f-4bfe-b771-34c5b105af8f" providerId="AD" clId="Web-{BA655B44-D289-BC3E-2007-29DA82EA8CDE}" dt="2026-09-07T08:03:37.931" v="586" actId="20577"/>
          <ac:spMkLst>
            <pc:docMk/>
            <pc:sldMk cId="776828144" sldId="341"/>
            <ac:spMk id="3" creationId="{21C0C3CB-92CD-0ABE-1C14-5B209C7D0292}"/>
          </ac:spMkLst>
        </pc:spChg>
      </pc:sldChg>
      <pc:sldChg chg="addSp modSp del">
        <pc:chgData name="vaishnav Mapadi" userId="S::vaishnavam23hece@student.mes.ac.in::325104e4-760f-4bfe-b771-34c5b105af8f" providerId="AD" clId="Web-{BA655B44-D289-BC3E-2007-29DA82EA8CDE}" dt="2026-09-07T07:58:56.835" v="551"/>
        <pc:sldMkLst>
          <pc:docMk/>
          <pc:sldMk cId="1698901770" sldId="344"/>
        </pc:sldMkLst>
        <pc:spChg chg="mod">
          <ac:chgData name="vaishnav Mapadi" userId="S::vaishnavam23hece@student.mes.ac.in::325104e4-760f-4bfe-b771-34c5b105af8f" providerId="AD" clId="Web-{BA655B44-D289-BC3E-2007-29DA82EA8CDE}" dt="2026-09-07T07:46:13.010" v="427" actId="20577"/>
          <ac:spMkLst>
            <pc:docMk/>
            <pc:sldMk cId="1698901770" sldId="344"/>
            <ac:spMk id="4" creationId="{DFCD5524-F764-DC63-6F54-D48057CF17B7}"/>
          </ac:spMkLst>
        </pc:spChg>
        <pc:spChg chg="mod">
          <ac:chgData name="vaishnav Mapadi" userId="S::vaishnavam23hece@student.mes.ac.in::325104e4-760f-4bfe-b771-34c5b105af8f" providerId="AD" clId="Web-{BA655B44-D289-BC3E-2007-29DA82EA8CDE}" dt="2026-09-07T07:47:25.760" v="435" actId="20577"/>
          <ac:spMkLst>
            <pc:docMk/>
            <pc:sldMk cId="1698901770" sldId="344"/>
            <ac:spMk id="10" creationId="{B6E3B1C7-6A8B-23EE-6251-DC1067C6ADE9}"/>
          </ac:spMkLst>
        </pc:spChg>
        <pc:picChg chg="add mod">
          <ac:chgData name="vaishnav Mapadi" userId="S::vaishnavam23hece@student.mes.ac.in::325104e4-760f-4bfe-b771-34c5b105af8f" providerId="AD" clId="Web-{BA655B44-D289-BC3E-2007-29DA82EA8CDE}" dt="2026-09-07T07:44:59.275" v="404" actId="1076"/>
          <ac:picMkLst>
            <pc:docMk/>
            <pc:sldMk cId="1698901770" sldId="344"/>
            <ac:picMk id="2" creationId="{1D5626D5-9C2F-207E-450A-51299F5A72BD}"/>
          </ac:picMkLst>
        </pc:picChg>
      </pc:sldChg>
      <pc:sldChg chg="addSp modSp del mod modClrScheme chgLayout">
        <pc:chgData name="vaishnav Mapadi" userId="S::vaishnavam23hece@student.mes.ac.in::325104e4-760f-4bfe-b771-34c5b105af8f" providerId="AD" clId="Web-{BA655B44-D289-BC3E-2007-29DA82EA8CDE}" dt="2026-09-07T08:00:34.945" v="570"/>
        <pc:sldMkLst>
          <pc:docMk/>
          <pc:sldMk cId="1903979828" sldId="345"/>
        </pc:sldMkLst>
        <pc:spChg chg="mod ord">
          <ac:chgData name="vaishnav Mapadi" userId="S::vaishnavam23hece@student.mes.ac.in::325104e4-760f-4bfe-b771-34c5b105af8f" providerId="AD" clId="Web-{BA655B44-D289-BC3E-2007-29DA82EA8CDE}" dt="2026-09-07T07:55:33.738" v="515"/>
          <ac:spMkLst>
            <pc:docMk/>
            <pc:sldMk cId="1903979828" sldId="345"/>
            <ac:spMk id="4" creationId="{15FD49EE-0956-AAE3-737B-15F7D4267C1A}"/>
          </ac:spMkLst>
        </pc:spChg>
        <pc:spChg chg="mod ord">
          <ac:chgData name="vaishnav Mapadi" userId="S::vaishnavam23hece@student.mes.ac.in::325104e4-760f-4bfe-b771-34c5b105af8f" providerId="AD" clId="Web-{BA655B44-D289-BC3E-2007-29DA82EA8CDE}" dt="2026-09-07T07:55:33.738" v="515"/>
          <ac:spMkLst>
            <pc:docMk/>
            <pc:sldMk cId="1903979828" sldId="345"/>
            <ac:spMk id="10" creationId="{2B7B89A1-9444-8322-CADC-42D31D698FA8}"/>
          </ac:spMkLst>
        </pc:spChg>
        <pc:picChg chg="add mod">
          <ac:chgData name="vaishnav Mapadi" userId="S::vaishnavam23hece@student.mes.ac.in::325104e4-760f-4bfe-b771-34c5b105af8f" providerId="AD" clId="Web-{BA655B44-D289-BC3E-2007-29DA82EA8CDE}" dt="2026-09-07T07:50:41.714" v="493" actId="1076"/>
          <ac:picMkLst>
            <pc:docMk/>
            <pc:sldMk cId="1903979828" sldId="345"/>
            <ac:picMk id="2" creationId="{05CAA5D2-A9ED-FAA5-5AA6-315D182F0A35}"/>
          </ac:picMkLst>
        </pc:picChg>
      </pc:sldChg>
      <pc:sldChg chg="addSp delSp modSp del mod modClrScheme delAnim chgLayout">
        <pc:chgData name="vaishnav Mapadi" userId="S::vaishnavam23hece@student.mes.ac.in::325104e4-760f-4bfe-b771-34c5b105af8f" providerId="AD" clId="Web-{BA655B44-D289-BC3E-2007-29DA82EA8CDE}" dt="2026-09-07T08:00:39.007" v="571"/>
        <pc:sldMkLst>
          <pc:docMk/>
          <pc:sldMk cId="1421522261" sldId="346"/>
        </pc:sldMkLst>
        <pc:spChg chg="del mod">
          <ac:chgData name="vaishnav Mapadi" userId="S::vaishnavam23hece@student.mes.ac.in::325104e4-760f-4bfe-b771-34c5b105af8f" providerId="AD" clId="Web-{BA655B44-D289-BC3E-2007-29DA82EA8CDE}" dt="2026-09-07T07:55:24.816" v="514"/>
          <ac:spMkLst>
            <pc:docMk/>
            <pc:sldMk cId="1421522261" sldId="346"/>
            <ac:spMk id="4" creationId="{99E35150-35BD-1B1F-9A8C-890DBFDF3B54}"/>
          </ac:spMkLst>
        </pc:spChg>
        <pc:spChg chg="del mod">
          <ac:chgData name="vaishnav Mapadi" userId="S::vaishnavam23hece@student.mes.ac.in::325104e4-760f-4bfe-b771-34c5b105af8f" providerId="AD" clId="Web-{BA655B44-D289-BC3E-2007-29DA82EA8CDE}" dt="2026-09-07T07:55:24.816" v="514"/>
          <ac:spMkLst>
            <pc:docMk/>
            <pc:sldMk cId="1421522261" sldId="346"/>
            <ac:spMk id="10" creationId="{F85C769B-425A-FE3B-E47A-3B747985DC52}"/>
          </ac:spMkLst>
        </pc:spChg>
        <pc:picChg chg="add mod">
          <ac:chgData name="vaishnav Mapadi" userId="S::vaishnavam23hece@student.mes.ac.in::325104e4-760f-4bfe-b771-34c5b105af8f" providerId="AD" clId="Web-{BA655B44-D289-BC3E-2007-29DA82EA8CDE}" dt="2026-09-07T07:51:58.388" v="503" actId="1076"/>
          <ac:picMkLst>
            <pc:docMk/>
            <pc:sldMk cId="1421522261" sldId="346"/>
            <ac:picMk id="2" creationId="{790043B1-AF8D-46AA-D967-CAB2239AEC7E}"/>
          </ac:picMkLst>
        </pc:picChg>
      </pc:sldChg>
      <pc:sldChg chg="addSp delSp modSp new mod modClrScheme chgLayout">
        <pc:chgData name="vaishnav Mapadi" userId="S::vaishnavam23hece@student.mes.ac.in::325104e4-760f-4bfe-b771-34c5b105af8f" providerId="AD" clId="Web-{BA655B44-D289-BC3E-2007-29DA82EA8CDE}" dt="2026-09-07T07:55:00.050" v="513" actId="1076"/>
        <pc:sldMkLst>
          <pc:docMk/>
          <pc:sldMk cId="700181373" sldId="347"/>
        </pc:sldMkLst>
        <pc:spChg chg="del">
          <ac:chgData name="vaishnav Mapadi" userId="S::vaishnavam23hece@student.mes.ac.in::325104e4-760f-4bfe-b771-34c5b105af8f" providerId="AD" clId="Web-{BA655B44-D289-BC3E-2007-29DA82EA8CDE}" dt="2026-09-07T07:54:36.456" v="511"/>
          <ac:spMkLst>
            <pc:docMk/>
            <pc:sldMk cId="700181373" sldId="347"/>
            <ac:spMk id="2" creationId="{27225633-AA07-3940-B7D4-C3C0A6BFA4C4}"/>
          </ac:spMkLst>
        </pc:spChg>
        <pc:spChg chg="del">
          <ac:chgData name="vaishnav Mapadi" userId="S::vaishnavam23hece@student.mes.ac.in::325104e4-760f-4bfe-b771-34c5b105af8f" providerId="AD" clId="Web-{BA655B44-D289-BC3E-2007-29DA82EA8CDE}" dt="2026-09-07T07:54:36.456" v="511"/>
          <ac:spMkLst>
            <pc:docMk/>
            <pc:sldMk cId="700181373" sldId="347"/>
            <ac:spMk id="3" creationId="{64DF01AE-D5F6-9B0D-0A8F-51C0A6889E37}"/>
          </ac:spMkLst>
        </pc:spChg>
        <pc:spChg chg="del">
          <ac:chgData name="vaishnav Mapadi" userId="S::vaishnavam23hece@student.mes.ac.in::325104e4-760f-4bfe-b771-34c5b105af8f" providerId="AD" clId="Web-{BA655B44-D289-BC3E-2007-29DA82EA8CDE}" dt="2026-09-07T07:54:36.456" v="511"/>
          <ac:spMkLst>
            <pc:docMk/>
            <pc:sldMk cId="700181373" sldId="347"/>
            <ac:spMk id="4" creationId="{9544EEF9-9D25-4E26-CBB1-934DDFF32C6C}"/>
          </ac:spMkLst>
        </pc:spChg>
        <pc:picChg chg="add mod">
          <ac:chgData name="vaishnav Mapadi" userId="S::vaishnavam23hece@student.mes.ac.in::325104e4-760f-4bfe-b771-34c5b105af8f" providerId="AD" clId="Web-{BA655B44-D289-BC3E-2007-29DA82EA8CDE}" dt="2026-09-07T07:55:00.050" v="513" actId="1076"/>
          <ac:picMkLst>
            <pc:docMk/>
            <pc:sldMk cId="700181373" sldId="347"/>
            <ac:picMk id="5" creationId="{FFEFEAED-14AB-9518-2A9E-CD1C5AD2B277}"/>
          </ac:picMkLst>
        </pc:picChg>
      </pc:sldChg>
      <pc:sldChg chg="addSp delSp modSp new del">
        <pc:chgData name="vaishnav Mapadi" userId="S::vaishnavam23hece@student.mes.ac.in::325104e4-760f-4bfe-b771-34c5b105af8f" providerId="AD" clId="Web-{BA655B44-D289-BC3E-2007-29DA82EA8CDE}" dt="2026-09-07T07:54:06.845" v="508"/>
        <pc:sldMkLst>
          <pc:docMk/>
          <pc:sldMk cId="3710965086" sldId="347"/>
        </pc:sldMkLst>
        <pc:spChg chg="del mod">
          <ac:chgData name="vaishnav Mapadi" userId="S::vaishnavam23hece@student.mes.ac.in::325104e4-760f-4bfe-b771-34c5b105af8f" providerId="AD" clId="Web-{BA655B44-D289-BC3E-2007-29DA82EA8CDE}" dt="2026-09-07T07:52:24.170" v="505"/>
          <ac:spMkLst>
            <pc:docMk/>
            <pc:sldMk cId="3710965086" sldId="347"/>
            <ac:spMk id="3" creationId="{96758841-8A28-64AB-3ECB-4914F69B5FB5}"/>
          </ac:spMkLst>
        </pc:spChg>
        <pc:spChg chg="mod">
          <ac:chgData name="vaishnav Mapadi" userId="S::vaishnavam23hece@student.mes.ac.in::325104e4-760f-4bfe-b771-34c5b105af8f" providerId="AD" clId="Web-{BA655B44-D289-BC3E-2007-29DA82EA8CDE}" dt="2026-09-07T07:54:00.470" v="507" actId="14100"/>
          <ac:spMkLst>
            <pc:docMk/>
            <pc:sldMk cId="3710965086" sldId="347"/>
            <ac:spMk id="4" creationId="{1C5DBD92-7910-97A8-6E0A-8C33A166FA71}"/>
          </ac:spMkLst>
        </pc:spChg>
        <pc:picChg chg="add mod ord">
          <ac:chgData name="vaishnav Mapadi" userId="S::vaishnavam23hece@student.mes.ac.in::325104e4-760f-4bfe-b771-34c5b105af8f" providerId="AD" clId="Web-{BA655B44-D289-BC3E-2007-29DA82EA8CDE}" dt="2026-09-07T07:52:31.405" v="506" actId="1076"/>
          <ac:picMkLst>
            <pc:docMk/>
            <pc:sldMk cId="3710965086" sldId="347"/>
            <ac:picMk id="5" creationId="{035B5284-61A2-4BC8-C292-ECB8A7E440B3}"/>
          </ac:picMkLst>
        </pc:picChg>
      </pc:sldChg>
      <pc:sldChg chg="addSp delSp modSp new mod modClrScheme chgLayout">
        <pc:chgData name="vaishnav Mapadi" userId="S::vaishnavam23hece@student.mes.ac.in::325104e4-760f-4bfe-b771-34c5b105af8f" providerId="AD" clId="Web-{BA655B44-D289-BC3E-2007-29DA82EA8CDE}" dt="2026-09-07T07:58:51.131" v="550" actId="1076"/>
        <pc:sldMkLst>
          <pc:docMk/>
          <pc:sldMk cId="364680165" sldId="348"/>
        </pc:sldMkLst>
        <pc:spChg chg="del">
          <ac:chgData name="vaishnav Mapadi" userId="S::vaishnavam23hece@student.mes.ac.in::325104e4-760f-4bfe-b771-34c5b105af8f" providerId="AD" clId="Web-{BA655B44-D289-BC3E-2007-29DA82EA8CDE}" dt="2026-09-07T07:57:47.193" v="526"/>
          <ac:spMkLst>
            <pc:docMk/>
            <pc:sldMk cId="364680165" sldId="348"/>
            <ac:spMk id="2" creationId="{15EB1C27-890E-FDDA-896F-8CA6D4AEBDE4}"/>
          </ac:spMkLst>
        </pc:spChg>
        <pc:spChg chg="del">
          <ac:chgData name="vaishnav Mapadi" userId="S::vaishnavam23hece@student.mes.ac.in::325104e4-760f-4bfe-b771-34c5b105af8f" providerId="AD" clId="Web-{BA655B44-D289-BC3E-2007-29DA82EA8CDE}" dt="2026-09-07T07:57:47.193" v="526"/>
          <ac:spMkLst>
            <pc:docMk/>
            <pc:sldMk cId="364680165" sldId="348"/>
            <ac:spMk id="3" creationId="{557C6367-F7F2-51EB-280F-994940EC2B38}"/>
          </ac:spMkLst>
        </pc:spChg>
        <pc:spChg chg="del">
          <ac:chgData name="vaishnav Mapadi" userId="S::vaishnavam23hece@student.mes.ac.in::325104e4-760f-4bfe-b771-34c5b105af8f" providerId="AD" clId="Web-{BA655B44-D289-BC3E-2007-29DA82EA8CDE}" dt="2026-09-07T07:57:47.193" v="526"/>
          <ac:spMkLst>
            <pc:docMk/>
            <pc:sldMk cId="364680165" sldId="348"/>
            <ac:spMk id="4" creationId="{38C6CF5C-1132-6B07-740A-E7A159EFA015}"/>
          </ac:spMkLst>
        </pc:spChg>
        <pc:spChg chg="add del">
          <ac:chgData name="vaishnav Mapadi" userId="S::vaishnavam23hece@student.mes.ac.in::325104e4-760f-4bfe-b771-34c5b105af8f" providerId="AD" clId="Web-{BA655B44-D289-BC3E-2007-29DA82EA8CDE}" dt="2026-09-07T07:57:57.115" v="528"/>
          <ac:spMkLst>
            <pc:docMk/>
            <pc:sldMk cId="364680165" sldId="348"/>
            <ac:spMk id="5" creationId="{25AA5970-76D7-CE22-4C5E-D0427E32F74B}"/>
          </ac:spMkLst>
        </pc:spChg>
        <pc:spChg chg="add mod">
          <ac:chgData name="vaishnav Mapadi" userId="S::vaishnavam23hece@student.mes.ac.in::325104e4-760f-4bfe-b771-34c5b105af8f" providerId="AD" clId="Web-{BA655B44-D289-BC3E-2007-29DA82EA8CDE}" dt="2026-09-07T07:58:28.444" v="547" actId="20577"/>
          <ac:spMkLst>
            <pc:docMk/>
            <pc:sldMk cId="364680165" sldId="348"/>
            <ac:spMk id="6" creationId="{10CB1703-85E6-4748-8469-EA718605BB77}"/>
          </ac:spMkLst>
        </pc:spChg>
        <pc:picChg chg="add mod">
          <ac:chgData name="vaishnav Mapadi" userId="S::vaishnavam23hece@student.mes.ac.in::325104e4-760f-4bfe-b771-34c5b105af8f" providerId="AD" clId="Web-{BA655B44-D289-BC3E-2007-29DA82EA8CDE}" dt="2026-09-07T07:58:51.131" v="550" actId="1076"/>
          <ac:picMkLst>
            <pc:docMk/>
            <pc:sldMk cId="364680165" sldId="348"/>
            <ac:picMk id="7" creationId="{F65B8C44-7A42-19B6-24EC-C4C0E9AF3E9C}"/>
          </ac:picMkLst>
        </pc:picChg>
      </pc:sldChg>
      <pc:sldChg chg="addSp delSp modSp new">
        <pc:chgData name="vaishnav Mapadi" userId="S::vaishnavam23hece@student.mes.ac.in::325104e4-760f-4bfe-b771-34c5b105af8f" providerId="AD" clId="Web-{BA655B44-D289-BC3E-2007-29DA82EA8CDE}" dt="2026-09-07T07:59:44.476" v="569" actId="1076"/>
        <pc:sldMkLst>
          <pc:docMk/>
          <pc:sldMk cId="1577227911" sldId="349"/>
        </pc:sldMkLst>
        <pc:spChg chg="add del">
          <ac:chgData name="vaishnav Mapadi" userId="S::vaishnavam23hece@student.mes.ac.in::325104e4-760f-4bfe-b771-34c5b105af8f" providerId="AD" clId="Web-{BA655B44-D289-BC3E-2007-29DA82EA8CDE}" dt="2026-09-07T07:59:08.663" v="554"/>
          <ac:spMkLst>
            <pc:docMk/>
            <pc:sldMk cId="1577227911" sldId="349"/>
            <ac:spMk id="3" creationId="{CC8EBCCE-1986-7523-D34F-DC911C102CD8}"/>
          </ac:spMkLst>
        </pc:spChg>
        <pc:spChg chg="add mod">
          <ac:chgData name="vaishnav Mapadi" userId="S::vaishnavam23hece@student.mes.ac.in::325104e4-760f-4bfe-b771-34c5b105af8f" providerId="AD" clId="Web-{BA655B44-D289-BC3E-2007-29DA82EA8CDE}" dt="2026-09-07T07:59:25.741" v="566" actId="20577"/>
          <ac:spMkLst>
            <pc:docMk/>
            <pc:sldMk cId="1577227911" sldId="349"/>
            <ac:spMk id="4" creationId="{E3BDEFD1-B4AF-65A8-57B4-4F1AB17F76E0}"/>
          </ac:spMkLst>
        </pc:spChg>
        <pc:picChg chg="add mod">
          <ac:chgData name="vaishnav Mapadi" userId="S::vaishnavam23hece@student.mes.ac.in::325104e4-760f-4bfe-b771-34c5b105af8f" providerId="AD" clId="Web-{BA655B44-D289-BC3E-2007-29DA82EA8CDE}" dt="2026-09-07T07:59:44.476" v="569" actId="1076"/>
          <ac:picMkLst>
            <pc:docMk/>
            <pc:sldMk cId="1577227911" sldId="349"/>
            <ac:picMk id="5" creationId="{9B203550-DC53-B687-CD70-C60F6271DDAF}"/>
          </ac:picMkLst>
        </pc:picChg>
      </pc:sldChg>
      <pc:sldChg chg="addSp modSp new">
        <pc:chgData name="vaishnav Mapadi" userId="S::vaishnavam23hece@student.mes.ac.in::325104e4-760f-4bfe-b771-34c5b105af8f" providerId="AD" clId="Web-{BA655B44-D289-BC3E-2007-29DA82EA8CDE}" dt="2026-09-07T08:01:01.039" v="574" actId="1076"/>
        <pc:sldMkLst>
          <pc:docMk/>
          <pc:sldMk cId="1293417783" sldId="350"/>
        </pc:sldMkLst>
        <pc:picChg chg="add mod">
          <ac:chgData name="vaishnav Mapadi" userId="S::vaishnavam23hece@student.mes.ac.in::325104e4-760f-4bfe-b771-34c5b105af8f" providerId="AD" clId="Web-{BA655B44-D289-BC3E-2007-29DA82EA8CDE}" dt="2026-09-07T08:01:01.039" v="574" actId="1076"/>
          <ac:picMkLst>
            <pc:docMk/>
            <pc:sldMk cId="1293417783" sldId="350"/>
            <ac:picMk id="3" creationId="{15A47979-16DC-D870-29DF-5E2384A49BBD}"/>
          </ac:picMkLst>
        </pc:picChg>
      </pc:sldChg>
      <pc:sldChg chg="addSp modSp new">
        <pc:chgData name="vaishnav Mapadi" userId="S::vaishnavam23hece@student.mes.ac.in::325104e4-760f-4bfe-b771-34c5b105af8f" providerId="AD" clId="Web-{BA655B44-D289-BC3E-2007-29DA82EA8CDE}" dt="2026-09-07T08:01:20.758" v="578" actId="1076"/>
        <pc:sldMkLst>
          <pc:docMk/>
          <pc:sldMk cId="2916382310" sldId="351"/>
        </pc:sldMkLst>
        <pc:picChg chg="add mod">
          <ac:chgData name="vaishnav Mapadi" userId="S::vaishnavam23hece@student.mes.ac.in::325104e4-760f-4bfe-b771-34c5b105af8f" providerId="AD" clId="Web-{BA655B44-D289-BC3E-2007-29DA82EA8CDE}" dt="2026-09-07T08:01:20.758" v="578" actId="1076"/>
          <ac:picMkLst>
            <pc:docMk/>
            <pc:sldMk cId="2916382310" sldId="351"/>
            <ac:picMk id="3" creationId="{A3917AAE-CA09-C434-78BE-FF4924214709}"/>
          </ac:picMkLst>
        </pc:picChg>
      </pc:sldChg>
      <pc:sldChg chg="addSp modSp new">
        <pc:chgData name="vaishnav Mapadi" userId="S::vaishnavam23hece@student.mes.ac.in::325104e4-760f-4bfe-b771-34c5b105af8f" providerId="AD" clId="Web-{BA655B44-D289-BC3E-2007-29DA82EA8CDE}" dt="2026-09-07T08:01:37.383" v="580"/>
        <pc:sldMkLst>
          <pc:docMk/>
          <pc:sldMk cId="3867789182" sldId="352"/>
        </pc:sldMkLst>
        <pc:picChg chg="add mod">
          <ac:chgData name="vaishnav Mapadi" userId="S::vaishnavam23hece@student.mes.ac.in::325104e4-760f-4bfe-b771-34c5b105af8f" providerId="AD" clId="Web-{BA655B44-D289-BC3E-2007-29DA82EA8CDE}" dt="2026-09-07T08:01:37.383" v="580"/>
          <ac:picMkLst>
            <pc:docMk/>
            <pc:sldMk cId="3867789182" sldId="352"/>
            <ac:picMk id="3" creationId="{1A02CCAA-4FFF-67D8-D258-FCA7C3FFB8A3}"/>
          </ac:picMkLst>
        </pc:picChg>
      </pc:sldChg>
    </pc:docChg>
  </pc:docChgLst>
  <pc:docChgLst>
    <pc:chgData name="vaishnav Mapadi" userId="S::vaishnavam23hece@student.mes.ac.in::325104e4-760f-4bfe-b771-34c5b105af8f" providerId="AD" clId="Web-{00000000-0000-0000-0000-000000000000}"/>
    <pc:docChg chg="modSld">
      <pc:chgData name="vaishnav Mapadi" userId="S::vaishnavam23hece@student.mes.ac.in::325104e4-760f-4bfe-b771-34c5b105af8f" providerId="AD" clId="Web-{00000000-0000-0000-0000-000000000000}" dt="2026-09-07T08:07:25.976" v="4" actId="1076"/>
      <pc:docMkLst>
        <pc:docMk/>
      </pc:docMkLst>
      <pc:sldChg chg="addSp modSp">
        <pc:chgData name="vaishnav Mapadi" userId="S::vaishnavam23hece@student.mes.ac.in::325104e4-760f-4bfe-b771-34c5b105af8f" providerId="AD" clId="Web-{00000000-0000-0000-0000-000000000000}" dt="2026-09-07T08:07:25.976" v="4" actId="1076"/>
        <pc:sldMkLst>
          <pc:docMk/>
          <pc:sldMk cId="3962802212" sldId="343"/>
        </pc:sldMkLst>
        <pc:spChg chg="mod">
          <ac:chgData name="vaishnav Mapadi" userId="S::vaishnavam23hece@student.mes.ac.in::325104e4-760f-4bfe-b771-34c5b105af8f" providerId="AD" clId="Web-{00000000-0000-0000-0000-000000000000}" dt="2026-09-07T08:07:23.148" v="3" actId="1076"/>
          <ac:spMkLst>
            <pc:docMk/>
            <pc:sldMk cId="3962802212" sldId="343"/>
            <ac:spMk id="4" creationId="{42B692F6-18B4-BC16-EA0C-48FFBD5621DF}"/>
          </ac:spMkLst>
        </pc:spChg>
        <pc:picChg chg="add mod">
          <ac:chgData name="vaishnav Mapadi" userId="S::vaishnavam23hece@student.mes.ac.in::325104e4-760f-4bfe-b771-34c5b105af8f" providerId="AD" clId="Web-{00000000-0000-0000-0000-000000000000}" dt="2026-09-07T08:07:25.976" v="4" actId="1076"/>
          <ac:picMkLst>
            <pc:docMk/>
            <pc:sldMk cId="3962802212" sldId="343"/>
            <ac:picMk id="2" creationId="{3CC35217-AD4F-206D-9C22-B949D78747FC}"/>
          </ac:picMkLst>
        </pc:picChg>
      </pc:sldChg>
    </pc:docChg>
  </pc:docChgLst>
  <pc:docChgLst>
    <pc:chgData name="vaishnav Mapadi" userId="S::vaishnavam23hece@student.mes.ac.in::325104e4-760f-4bfe-b771-34c5b105af8f" providerId="AD" clId="Web-{357D13BE-7F98-70FA-4B62-B62027610EDA}"/>
    <pc:docChg chg="modSld">
      <pc:chgData name="vaishnav Mapadi" userId="S::vaishnavam23hece@student.mes.ac.in::325104e4-760f-4bfe-b771-34c5b105af8f" providerId="AD" clId="Web-{357D13BE-7F98-70FA-4B62-B62027610EDA}" dt="2026-09-07T08:26:53.067" v="8"/>
      <pc:docMkLst>
        <pc:docMk/>
      </pc:docMkLst>
      <pc:sldChg chg="modSp">
        <pc:chgData name="vaishnav Mapadi" userId="S::vaishnavam23hece@student.mes.ac.in::325104e4-760f-4bfe-b771-34c5b105af8f" providerId="AD" clId="Web-{357D13BE-7F98-70FA-4B62-B62027610EDA}" dt="2026-09-07T08:24:46.661" v="6" actId="20577"/>
        <pc:sldMkLst>
          <pc:docMk/>
          <pc:sldMk cId="3401748718" sldId="304"/>
        </pc:sldMkLst>
        <pc:spChg chg="mod">
          <ac:chgData name="vaishnav Mapadi" userId="S::vaishnavam23hece@student.mes.ac.in::325104e4-760f-4bfe-b771-34c5b105af8f" providerId="AD" clId="Web-{357D13BE-7F98-70FA-4B62-B62027610EDA}" dt="2026-09-07T08:24:46.661" v="6" actId="20577"/>
          <ac:spMkLst>
            <pc:docMk/>
            <pc:sldMk cId="3401748718" sldId="304"/>
            <ac:spMk id="3" creationId="{D88C20CF-C1EE-4092-B52D-FD4AB2AB2508}"/>
          </ac:spMkLst>
        </pc:spChg>
      </pc:sldChg>
      <pc:sldChg chg="modTransition">
        <pc:chgData name="vaishnav Mapadi" userId="S::vaishnavam23hece@student.mes.ac.in::325104e4-760f-4bfe-b771-34c5b105af8f" providerId="AD" clId="Web-{357D13BE-7F98-70FA-4B62-B62027610EDA}" dt="2026-09-07T08:26:53.067" v="8"/>
        <pc:sldMkLst>
          <pc:docMk/>
          <pc:sldMk cId="1604013440" sldId="338"/>
        </pc:sldMkLst>
      </pc:sldChg>
      <pc:sldChg chg="addSp modSp">
        <pc:chgData name="vaishnav Mapadi" userId="S::vaishnavam23hece@student.mes.ac.in::325104e4-760f-4bfe-b771-34c5b105af8f" providerId="AD" clId="Web-{357D13BE-7F98-70FA-4B62-B62027610EDA}" dt="2026-09-07T08:23:20.442" v="3" actId="20577"/>
        <pc:sldMkLst>
          <pc:docMk/>
          <pc:sldMk cId="3863610428" sldId="342"/>
        </pc:sldMkLst>
        <pc:spChg chg="add mod">
          <ac:chgData name="vaishnav Mapadi" userId="S::vaishnavam23hece@student.mes.ac.in::325104e4-760f-4bfe-b771-34c5b105af8f" providerId="AD" clId="Web-{357D13BE-7F98-70FA-4B62-B62027610EDA}" dt="2026-09-07T08:23:20.442" v="3" actId="20577"/>
          <ac:spMkLst>
            <pc:docMk/>
            <pc:sldMk cId="3863610428" sldId="342"/>
            <ac:spMk id="2" creationId="{DB30AC84-1AD5-90BC-630F-294A77BBA4D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98284" y="3315604"/>
            <a:ext cx="3743523" cy="990285"/>
          </a:xfrm>
        </p:spPr>
        <p:txBody>
          <a:bodyPr vert="horz" lIns="91440" tIns="45720" rIns="91440" bIns="45720" rtlCol="0" anchor="t">
            <a:normAutofit/>
          </a:bodyPr>
          <a:lstStyle/>
          <a:p>
            <a:pPr algn="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224" y="2791089"/>
            <a:ext cx="10708352" cy="528799"/>
          </a:xfrm>
        </p:spPr>
        <p:txBody>
          <a:bodyPr>
            <a:normAutofit fontScale="90000"/>
          </a:bodyPr>
          <a:lstStyle/>
          <a:p>
            <a:r>
              <a:rPr lang="en-GB" sz="3200" dirty="0"/>
              <a:t>Project Title –</a:t>
            </a:r>
            <a:r>
              <a:rPr lang="en-GB" sz="3200" dirty="0">
                <a:ea typeface="+mn-lt"/>
                <a:cs typeface="+mn-lt"/>
              </a:rPr>
              <a:t>Seasonal Agriculture Performance Analysis </a:t>
            </a:r>
            <a:endParaRPr lang="en-GB" sz="1100" dirty="0" err="1">
              <a:highlight>
                <a:srgbClr val="FFFFFF"/>
              </a:highlight>
              <a:ea typeface="+mn-lt"/>
              <a:cs typeface="+mn-lt"/>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270533" y="4308159"/>
            <a:ext cx="6793178" cy="369332"/>
          </a:xfrm>
          <a:prstGeom prst="rect">
            <a:avLst/>
          </a:prstGeom>
          <a:noFill/>
        </p:spPr>
        <p:txBody>
          <a:bodyPr wrap="square" lIns="91440" tIns="45720" rIns="91440" bIns="45720" rtlCol="0" anchor="t">
            <a:spAutoFit/>
          </a:bodyPr>
          <a:lstStyle/>
          <a:p>
            <a:r>
              <a:rPr lang="en-US" b="1" dirty="0"/>
              <a:t>AICTE STU ID : </a:t>
            </a:r>
            <a:r>
              <a:rPr lang="en-US" dirty="0">
                <a:ea typeface="+mn-lt"/>
                <a:cs typeface="+mn-lt"/>
              </a:rPr>
              <a:t>STU6a46161e1c7241782978078 </a:t>
            </a:r>
            <a:endParaRPr lang="en-US" b="1" dirty="0"/>
          </a:p>
        </p:txBody>
      </p:sp>
      <p:sp>
        <p:nvSpPr>
          <p:cNvPr id="5" name="TextBox 4">
            <a:extLst>
              <a:ext uri="{FF2B5EF4-FFF2-40B4-BE49-F238E27FC236}">
                <a16:creationId xmlns:a16="http://schemas.microsoft.com/office/drawing/2014/main" id="{F425C93B-0707-1A44-D537-860DDEB93435}"/>
              </a:ext>
            </a:extLst>
          </p:cNvPr>
          <p:cNvSpPr txBox="1"/>
          <p:nvPr/>
        </p:nvSpPr>
        <p:spPr>
          <a:xfrm>
            <a:off x="4173" y="3807831"/>
            <a:ext cx="74028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College name -</a:t>
            </a:r>
            <a:r>
              <a:rPr lang="en-US" sz="1700" dirty="0" err="1"/>
              <a:t>pillai</a:t>
            </a:r>
            <a:r>
              <a:rPr lang="en-US" sz="1700" dirty="0"/>
              <a:t> hoc college of engineering and technology</a:t>
            </a:r>
            <a:endParaRPr lang="en-US" dirty="0"/>
          </a:p>
        </p:txBody>
      </p:sp>
      <p:sp>
        <p:nvSpPr>
          <p:cNvPr id="7" name="TextBox 6">
            <a:extLst>
              <a:ext uri="{FF2B5EF4-FFF2-40B4-BE49-F238E27FC236}">
                <a16:creationId xmlns:a16="http://schemas.microsoft.com/office/drawing/2014/main" id="{B04F8409-F819-018E-6BAB-9E8022128E39}"/>
              </a:ext>
            </a:extLst>
          </p:cNvPr>
          <p:cNvSpPr txBox="1"/>
          <p:nvPr/>
        </p:nvSpPr>
        <p:spPr>
          <a:xfrm>
            <a:off x="-597" y="3428945"/>
            <a:ext cx="64789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Student name – Vaishnav </a:t>
            </a:r>
            <a:r>
              <a:rPr lang="en-US" dirty="0" err="1"/>
              <a:t>Mapadi</a:t>
            </a:r>
          </a:p>
        </p:txBody>
      </p:sp>
    </p:spTree>
    <p:extLst>
      <p:ext uri="{BB962C8B-B14F-4D97-AF65-F5344CB8AC3E}">
        <p14:creationId xmlns:p14="http://schemas.microsoft.com/office/powerpoint/2010/main" val="1604013440"/>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Autofit/>
          </a:bodyPr>
          <a:lstStyle/>
          <a:p>
            <a:pPr>
              <a:lnSpc>
                <a:spcPct val="150000"/>
              </a:lnSpc>
            </a:pPr>
            <a:r>
              <a:rPr lang="en-IN" sz="1600" dirty="0">
                <a:ea typeface="+mn-lt"/>
                <a:cs typeface="+mn-lt"/>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1600" dirty="0" err="1">
                <a:ea typeface="+mn-lt"/>
                <a:cs typeface="+mn-lt"/>
              </a:rPr>
              <a:t>analyze</a:t>
            </a:r>
            <a:r>
              <a:rPr lang="en-IN" sz="1600" dirty="0">
                <a:ea typeface="+mn-lt"/>
                <a:cs typeface="+mn-lt"/>
              </a:rPr>
              <a:t> the given agricultural dataset and investigate seasonal differences in agricultural performance by identifying meaningful patterns, trends, relationships and variations within the available data. </a:t>
            </a:r>
            <a:endParaRPr lang="en-IN" sz="160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63807" y="283"/>
            <a:ext cx="6276109" cy="830997"/>
          </a:xfrm>
        </p:spPr>
        <p:txBody>
          <a:bodyPr>
            <a:normAutofit fontScale="90000"/>
          </a:bodyPr>
          <a:lstStyle/>
          <a:p>
            <a:r>
              <a:rPr lang="en-GB" dirty="0"/>
              <a:t>Project Description  :- </a:t>
            </a:r>
            <a:br>
              <a:rPr lang="en-GB" dirty="0"/>
            </a:br>
            <a:br>
              <a:rPr lang="en-GB" dirty="0"/>
            </a:br>
            <a:endParaRPr lang="en-GB" b="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98CD7427-1C20-890C-D6AD-D8C268BCBC1B}"/>
              </a:ext>
            </a:extLst>
          </p:cNvPr>
          <p:cNvSpPr txBox="1"/>
          <p:nvPr/>
        </p:nvSpPr>
        <p:spPr>
          <a:xfrm>
            <a:off x="1098769" y="253853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 name="TextBox 3">
            <a:extLst>
              <a:ext uri="{FF2B5EF4-FFF2-40B4-BE49-F238E27FC236}">
                <a16:creationId xmlns:a16="http://schemas.microsoft.com/office/drawing/2014/main" id="{B8319B7B-533A-326E-6192-7055B17CE422}"/>
              </a:ext>
            </a:extLst>
          </p:cNvPr>
          <p:cNvSpPr txBox="1"/>
          <p:nvPr/>
        </p:nvSpPr>
        <p:spPr>
          <a:xfrm>
            <a:off x="416232" y="657007"/>
            <a:ext cx="6857837" cy="81560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pPr>
            <a:r>
              <a:rPr lang="en-GB" sz="1600" dirty="0"/>
              <a:t>This project is an exploratory data analysis of a seasonal agriculture performance dataset covering </a:t>
            </a:r>
            <a:r>
              <a:rPr lang="en-GB" sz="1600" b="1" dirty="0"/>
              <a:t>4,000 farm records</a:t>
            </a:r>
            <a:r>
              <a:rPr lang="en-GB" sz="1600" dirty="0"/>
              <a:t> across </a:t>
            </a:r>
            <a:r>
              <a:rPr lang="en-GB" sz="1600" b="1" dirty="0"/>
              <a:t>8 Indian states</a:t>
            </a:r>
            <a:r>
              <a:rPr lang="en-GB" sz="1600" dirty="0"/>
              <a:t>, </a:t>
            </a:r>
            <a:r>
              <a:rPr lang="en-GB" sz="1600" b="1" dirty="0"/>
              <a:t>8 crops</a:t>
            </a:r>
            <a:r>
              <a:rPr lang="en-GB" sz="1600" dirty="0"/>
              <a:t>, and </a:t>
            </a:r>
            <a:r>
              <a:rPr lang="en-GB" sz="1600" b="1" dirty="0"/>
              <a:t>3 growing seasons</a:t>
            </a:r>
            <a:r>
              <a:rPr lang="en-GB" sz="1600" dirty="0"/>
              <a:t> (Kharif, Rabi, Zaid). The dataset combines agronomic inputs — rainfall, soil conditions, fertilizer and pesticide use, irrigation method, seed quality — with financial outcomes: yield, production, revenue, cost, and profit.</a:t>
            </a:r>
            <a:endParaRPr lang="en-IN" sz="1600" dirty="0"/>
          </a:p>
          <a:p>
            <a:pPr>
              <a:spcBef>
                <a:spcPct val="0"/>
              </a:spcBef>
            </a:pPr>
            <a:r>
              <a:rPr lang="en-GB" sz="1600" dirty="0"/>
              <a:t>The goal of the </a:t>
            </a:r>
            <a:r>
              <a:rPr lang="en-GB" sz="1600" dirty="0" err="1"/>
              <a:t>analysisis</a:t>
            </a:r>
            <a:r>
              <a:rPr lang="en-GB" sz="1600" dirty="0"/>
              <a:t> to understand what actually drives </a:t>
            </a:r>
            <a:r>
              <a:rPr lang="en-GB" sz="1600" dirty="0" err="1"/>
              <a:t>farmprofitability</a:t>
            </a:r>
            <a:r>
              <a:rPr lang="en-GB" sz="1600" dirty="0"/>
              <a:t> </a:t>
            </a:r>
            <a:r>
              <a:rPr lang="en-GB" sz="1600" dirty="0" err="1"/>
              <a:t>andproductivity</a:t>
            </a:r>
            <a:r>
              <a:rPr lang="en-GB" sz="1600" dirty="0"/>
              <a:t>, and </a:t>
            </a:r>
            <a:r>
              <a:rPr lang="en-GB" sz="1600" dirty="0" err="1"/>
              <a:t>toidentify</a:t>
            </a:r>
            <a:r>
              <a:rPr lang="en-GB" sz="1600" dirty="0"/>
              <a:t> which</a:t>
            </a:r>
            <a:r>
              <a:rPr lang="en-GB" sz="4300" dirty="0"/>
              <a:t> </a:t>
            </a:r>
            <a:r>
              <a:rPr lang="en-GB" sz="1600" dirty="0" err="1"/>
              <a:t>crops,states</a:t>
            </a:r>
            <a:r>
              <a:rPr lang="en-GB" sz="1600" dirty="0"/>
              <a:t>, seasons, </a:t>
            </a:r>
            <a:r>
              <a:rPr lang="en-GB" sz="1600" dirty="0" err="1"/>
              <a:t>andfarming</a:t>
            </a:r>
            <a:r>
              <a:rPr lang="en-GB" sz="1600" dirty="0"/>
              <a:t> </a:t>
            </a:r>
            <a:r>
              <a:rPr lang="en-GB" sz="1600" dirty="0" err="1"/>
              <a:t>practicesdeliver</a:t>
            </a:r>
            <a:r>
              <a:rPr lang="en-GB" sz="1600" dirty="0"/>
              <a:t> the </a:t>
            </a:r>
            <a:r>
              <a:rPr lang="en-GB" sz="1600" dirty="0" err="1"/>
              <a:t>strongestreturns</a:t>
            </a:r>
            <a:r>
              <a:rPr lang="en-GB" sz="1600" dirty="0"/>
              <a:t>. The </a:t>
            </a:r>
            <a:r>
              <a:rPr lang="en-GB" sz="1600" dirty="0" err="1"/>
              <a:t>workflowfollows</a:t>
            </a:r>
            <a:r>
              <a:rPr lang="en-GB" sz="1600" dirty="0"/>
              <a:t> a complete </a:t>
            </a:r>
            <a:r>
              <a:rPr lang="en-GB" sz="1600" dirty="0" err="1"/>
              <a:t>dataanalytics</a:t>
            </a:r>
            <a:r>
              <a:rPr lang="en-GB" sz="1600" dirty="0"/>
              <a:t> </a:t>
            </a:r>
            <a:r>
              <a:rPr lang="en-GB" sz="1600" dirty="0" err="1"/>
              <a:t>pipeline:initial</a:t>
            </a:r>
            <a:r>
              <a:rPr lang="en-GB" sz="1600" dirty="0"/>
              <a:t> data </a:t>
            </a:r>
            <a:r>
              <a:rPr lang="en-GB" sz="1600" dirty="0" err="1"/>
              <a:t>inspection,quality</a:t>
            </a:r>
            <a:r>
              <a:rPr lang="en-GB" sz="1600" dirty="0"/>
              <a:t> checks(duplicates, </a:t>
            </a:r>
            <a:r>
              <a:rPr lang="en-GB" sz="1600" dirty="0" err="1"/>
              <a:t>missingvalues</a:t>
            </a:r>
            <a:r>
              <a:rPr lang="en-GB" sz="1600" dirty="0"/>
              <a:t>), categorical </a:t>
            </a:r>
            <a:r>
              <a:rPr lang="en-GB" sz="1600" dirty="0" err="1"/>
              <a:t>andnumerical</a:t>
            </a:r>
            <a:r>
              <a:rPr lang="en-GB" sz="1600" dirty="0"/>
              <a:t> </a:t>
            </a:r>
            <a:r>
              <a:rPr lang="en-GB" sz="1600" dirty="0" err="1"/>
              <a:t>profiling,statisticalsummarization</a:t>
            </a:r>
            <a:r>
              <a:rPr lang="en-GB" sz="1600" dirty="0"/>
              <a:t>, </a:t>
            </a:r>
            <a:r>
              <a:rPr lang="en-GB" sz="1600" dirty="0" err="1"/>
              <a:t>andcomparativeperformance</a:t>
            </a:r>
            <a:r>
              <a:rPr lang="en-GB" sz="1600" dirty="0"/>
              <a:t> </a:t>
            </a:r>
            <a:r>
              <a:rPr lang="en-GB" sz="1600" dirty="0" err="1"/>
              <a:t>analysisacross</a:t>
            </a:r>
            <a:r>
              <a:rPr lang="en-GB" sz="1600" dirty="0"/>
              <a:t> crops, states, </a:t>
            </a:r>
            <a:r>
              <a:rPr lang="en-GB" sz="1600" dirty="0" err="1"/>
              <a:t>andseasons</a:t>
            </a:r>
            <a:r>
              <a:rPr lang="en-GB" sz="1600" dirty="0"/>
              <a:t>. It then goes </a:t>
            </a:r>
            <a:r>
              <a:rPr lang="en-GB" sz="1600" dirty="0" err="1"/>
              <a:t>alayer</a:t>
            </a:r>
            <a:r>
              <a:rPr lang="en-GB" sz="1600" dirty="0"/>
              <a:t> deeper </a:t>
            </a:r>
            <a:r>
              <a:rPr lang="en-GB" sz="1600" dirty="0" err="1"/>
              <a:t>withcorrelation</a:t>
            </a:r>
            <a:r>
              <a:rPr lang="en-GB" sz="1600" dirty="0"/>
              <a:t> analysis </a:t>
            </a:r>
            <a:r>
              <a:rPr lang="en-GB" sz="1600" dirty="0" err="1"/>
              <a:t>toisolate</a:t>
            </a:r>
            <a:r>
              <a:rPr lang="en-GB" sz="1600" dirty="0"/>
              <a:t> which </a:t>
            </a:r>
            <a:r>
              <a:rPr lang="en-GB" sz="1600" dirty="0" err="1"/>
              <a:t>inputvariables</a:t>
            </a:r>
            <a:r>
              <a:rPr lang="en-GB" sz="1600" dirty="0"/>
              <a:t> most </a:t>
            </a:r>
            <a:r>
              <a:rPr lang="en-GB" sz="1600" dirty="0" err="1"/>
              <a:t>influenceyield</a:t>
            </a:r>
            <a:r>
              <a:rPr lang="en-GB" sz="1600" dirty="0"/>
              <a:t> and profit, and </a:t>
            </a:r>
            <a:r>
              <a:rPr lang="en-GB" sz="1600" dirty="0" err="1"/>
              <a:t>areview</a:t>
            </a:r>
            <a:r>
              <a:rPr lang="en-GB" sz="1600" dirty="0"/>
              <a:t> of </a:t>
            </a:r>
            <a:r>
              <a:rPr lang="en-GB" sz="1600" dirty="0" err="1"/>
              <a:t>irrigationmethod</a:t>
            </a:r>
            <a:r>
              <a:rPr lang="en-GB" sz="1600" dirty="0"/>
              <a:t> effectiveness.</a:t>
            </a:r>
            <a:endParaRPr lang="en-IN" sz="1600"/>
          </a:p>
          <a:p>
            <a:pPr>
              <a:spcBef>
                <a:spcPct val="0"/>
              </a:spcBef>
            </a:pPr>
            <a:r>
              <a:rPr lang="en-GB" sz="1600" dirty="0"/>
              <a:t>The result is a data-driven picture </a:t>
            </a:r>
            <a:r>
              <a:rPr lang="en-GB" sz="1600" dirty="0" err="1"/>
              <a:t>ofagriculturalperformance</a:t>
            </a:r>
            <a:r>
              <a:rPr lang="en-GB" sz="1600" dirty="0"/>
              <a:t> — </a:t>
            </a:r>
            <a:r>
              <a:rPr lang="en-GB" sz="1600" dirty="0" err="1"/>
              <a:t>showing,for</a:t>
            </a:r>
            <a:r>
              <a:rPr lang="en-GB" sz="1600" dirty="0"/>
              <a:t> example, </a:t>
            </a:r>
            <a:r>
              <a:rPr lang="en-GB" sz="1600" dirty="0" err="1"/>
              <a:t>thatwater</a:t>
            </a:r>
            <a:r>
              <a:rPr lang="en-GB" sz="1600" dirty="0"/>
              <a:t>-use efficiency </a:t>
            </a:r>
            <a:r>
              <a:rPr lang="en-GB" sz="1600" dirty="0" err="1"/>
              <a:t>andcrop</a:t>
            </a:r>
            <a:r>
              <a:rPr lang="en-GB" sz="1600" dirty="0"/>
              <a:t> choice matter </a:t>
            </a:r>
            <a:r>
              <a:rPr lang="en-GB" sz="1600" dirty="0" err="1"/>
              <a:t>farmore</a:t>
            </a:r>
            <a:r>
              <a:rPr lang="en-GB" sz="1600" dirty="0"/>
              <a:t> to </a:t>
            </a:r>
            <a:r>
              <a:rPr lang="en-GB" sz="1600" dirty="0" err="1"/>
              <a:t>profitabilitythan</a:t>
            </a:r>
            <a:r>
              <a:rPr lang="en-GB" sz="1600" dirty="0"/>
              <a:t> fertilizer </a:t>
            </a:r>
            <a:r>
              <a:rPr lang="en-GB" sz="1600" dirty="0" err="1"/>
              <a:t>intensityor</a:t>
            </a:r>
            <a:r>
              <a:rPr lang="en-GB" sz="1600" dirty="0"/>
              <a:t> even </a:t>
            </a:r>
            <a:r>
              <a:rPr lang="en-GB" sz="1600" dirty="0" err="1"/>
              <a:t>geographiclocation</a:t>
            </a:r>
            <a:r>
              <a:rPr lang="en-GB" sz="1600" dirty="0"/>
              <a:t> — framed </a:t>
            </a:r>
            <a:r>
              <a:rPr lang="en-GB" sz="1600" dirty="0" err="1"/>
              <a:t>asinsights</a:t>
            </a:r>
            <a:r>
              <a:rPr lang="en-GB" sz="1600" dirty="0"/>
              <a:t> that </a:t>
            </a:r>
            <a:r>
              <a:rPr lang="en-GB" sz="1600" dirty="0" err="1"/>
              <a:t>couldsupport</a:t>
            </a:r>
            <a:r>
              <a:rPr lang="en-GB" sz="1600" dirty="0"/>
              <a:t> </a:t>
            </a:r>
            <a:r>
              <a:rPr lang="en-GB" sz="1600" dirty="0" err="1"/>
              <a:t>agriculturaladvisory</a:t>
            </a:r>
            <a:r>
              <a:rPr lang="en-GB" sz="1600" dirty="0"/>
              <a:t>, policy, or </a:t>
            </a:r>
            <a:r>
              <a:rPr lang="en-GB" sz="1600" dirty="0" err="1"/>
              <a:t>agri</a:t>
            </a:r>
            <a:r>
              <a:rPr lang="en-GB" sz="1600" dirty="0"/>
              <a:t>-finance decision-making.</a:t>
            </a:r>
            <a:endParaRPr lang="en-IN" sz="1600" dirty="0"/>
          </a:p>
          <a:p>
            <a:pPr>
              <a:spcBef>
                <a:spcPct val="0"/>
              </a:spcBef>
            </a:pPr>
            <a:endParaRPr lang="en-GB" sz="1400" dirty="0"/>
          </a:p>
          <a:p>
            <a:pPr>
              <a:spcBef>
                <a:spcPct val="0"/>
              </a:spcBef>
            </a:pPr>
            <a:br>
              <a:rPr lang="en-US" sz="4300" dirty="0"/>
            </a:br>
            <a:endParaRPr lang="en-US" sz="4300"/>
          </a:p>
          <a:p>
            <a:pPr>
              <a:spcBef>
                <a:spcPct val="0"/>
              </a:spcBef>
            </a:pPr>
            <a:endParaRPr lang="en-GB" sz="4300" dirty="0"/>
          </a:p>
          <a:p>
            <a:pPr algn="l"/>
            <a:endParaRPr lang="en-US"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56458" y="1433276"/>
            <a:ext cx="7904481" cy="3990023"/>
          </a:xfrm>
        </p:spPr>
        <p:txBody>
          <a:bodyPr vert="horz" lIns="91440" tIns="45720" rIns="91440" bIns="45720" rtlCol="0" anchor="t">
            <a:normAutofit/>
          </a:bodyPr>
          <a:lstStyle/>
          <a:p>
            <a:pPr algn="just">
              <a:lnSpc>
                <a:spcPct val="150000"/>
              </a:lnSpc>
            </a:pPr>
            <a:r>
              <a:rPr lang="en-IN" sz="1600" dirty="0">
                <a:ea typeface="+mn-lt"/>
                <a:cs typeface="+mn-lt"/>
              </a:rPr>
              <a:t>1.</a:t>
            </a:r>
            <a:r>
              <a:rPr lang="en-IN" sz="3600" dirty="0">
                <a:ea typeface="+mn-lt"/>
                <a:cs typeface="+mn-lt"/>
              </a:rPr>
              <a:t> </a:t>
            </a:r>
            <a:r>
              <a:rPr lang="en-IN" sz="1600" dirty="0">
                <a:ea typeface="+mn-lt"/>
                <a:cs typeface="+mn-lt"/>
              </a:rPr>
              <a:t>Farmers / Farmer groups</a:t>
            </a:r>
          </a:p>
          <a:p>
            <a:pPr algn="just">
              <a:lnSpc>
                <a:spcPct val="150000"/>
              </a:lnSpc>
            </a:pPr>
            <a:r>
              <a:rPr lang="en-IN" sz="1600" dirty="0">
                <a:ea typeface="+mn-lt"/>
                <a:cs typeface="+mn-lt"/>
              </a:rPr>
              <a:t>2. Agricultural extension officers / advisory services</a:t>
            </a:r>
          </a:p>
          <a:p>
            <a:pPr algn="just">
              <a:lnSpc>
                <a:spcPct val="150000"/>
              </a:lnSpc>
            </a:pPr>
            <a:r>
              <a:rPr lang="en-IN" sz="1600" dirty="0">
                <a:ea typeface="+mn-lt"/>
                <a:cs typeface="+mn-lt"/>
              </a:rPr>
              <a:t>3. State agriculture departments / policymakers</a:t>
            </a:r>
          </a:p>
          <a:p>
            <a:pPr algn="just">
              <a:lnSpc>
                <a:spcPct val="150000"/>
              </a:lnSpc>
            </a:pPr>
            <a:r>
              <a:rPr lang="en-IN" sz="1600" dirty="0">
                <a:ea typeface="+mn-lt"/>
                <a:cs typeface="+mn-lt"/>
              </a:rPr>
              <a:t>4. Agri-fintech and insurance companies</a:t>
            </a:r>
          </a:p>
          <a:p>
            <a:pPr algn="just">
              <a:lnSpc>
                <a:spcPct val="150000"/>
              </a:lnSpc>
            </a:pPr>
            <a:r>
              <a:rPr lang="en-IN" sz="1600" dirty="0">
                <a:ea typeface="+mn-lt"/>
                <a:cs typeface="+mn-lt"/>
              </a:rPr>
              <a:t>5. Agribusiness and supply chain companies</a:t>
            </a:r>
          </a:p>
          <a:p>
            <a:pPr algn="just">
              <a:lnSpc>
                <a:spcPct val="150000"/>
              </a:lnSpc>
            </a:pPr>
            <a:r>
              <a:rPr lang="en-IN" sz="1600" dirty="0">
                <a:ea typeface="+mn-lt"/>
                <a:cs typeface="+mn-lt"/>
              </a:rPr>
              <a:t>6. Researchers / data analysts (like you, here)</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vert="horz" lIns="91440" tIns="45720" rIns="91440" bIns="45720" rtlCol="0" anchor="t">
            <a:normAutofit/>
          </a:bodyPr>
          <a:lstStyle/>
          <a:p>
            <a:pPr lvl="1">
              <a:lnSpc>
                <a:spcPct val="150000"/>
              </a:lnSpc>
            </a:pPr>
            <a:r>
              <a:rPr lang="en-IN" dirty="0">
                <a:ea typeface="+mn-lt"/>
                <a:cs typeface="+mn-lt"/>
              </a:rPr>
              <a:t>Environment – google collab </a:t>
            </a:r>
          </a:p>
          <a:p>
            <a:pPr lvl="1">
              <a:lnSpc>
                <a:spcPct val="150000"/>
              </a:lnSpc>
            </a:pPr>
            <a:r>
              <a:rPr lang="en-IN" dirty="0"/>
              <a:t>Language – python </a:t>
            </a:r>
          </a:p>
          <a:p>
            <a:pPr lvl="1">
              <a:lnSpc>
                <a:spcPct val="150000"/>
              </a:lnSpc>
            </a:pPr>
            <a:r>
              <a:rPr lang="en-IN" dirty="0"/>
              <a:t>Libraries – pandas, </a:t>
            </a:r>
            <a:r>
              <a:rPr lang="en-IN" dirty="0" err="1"/>
              <a:t>numbpy</a:t>
            </a:r>
            <a:r>
              <a:rPr lang="en-IN" dirty="0"/>
              <a:t>,  </a:t>
            </a:r>
            <a:r>
              <a:rPr lang="en-IN" dirty="0" err="1"/>
              <a:t>Mathplot</a:t>
            </a:r>
            <a:r>
              <a:rPr lang="en-IN" dirty="0"/>
              <a:t> ,seaborn </a:t>
            </a:r>
          </a:p>
          <a:p>
            <a:pPr lvl="1">
              <a:lnSpc>
                <a:spcPct val="150000"/>
              </a:lnSpc>
            </a:pPr>
            <a:r>
              <a:rPr lang="en-IN" dirty="0"/>
              <a:t>Techniques -  </a:t>
            </a:r>
            <a:r>
              <a:rPr lang="en-IN" dirty="0">
                <a:ea typeface="+mn-lt"/>
                <a:cs typeface="+mn-lt"/>
              </a:rPr>
              <a:t>Exploratory Data Analysis (EDA) , Data cleaning , Descriptive statistic , Group-by aggregation , Correlation   analysis, Data visualization / dashboarding</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4829"/>
            <a:ext cx="6751003" cy="830997"/>
          </a:xfrm>
        </p:spPr>
        <p:txBody>
          <a:bodyPr>
            <a:normAutofit/>
          </a:bodyPr>
          <a:lstStyle/>
          <a:p>
            <a:r>
              <a:rPr lang="en-GB" sz="2000" dirty="0"/>
              <a:t>RESULTS : complete information of dataset</a:t>
            </a:r>
            <a:endParaRPr lang="en-IN" sz="20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0B988C2-E498-F185-3871-6675E53AB315}"/>
              </a:ext>
            </a:extLst>
          </p:cNvPr>
          <p:cNvPicPr>
            <a:picLocks noChangeAspect="1"/>
          </p:cNvPicPr>
          <p:nvPr/>
        </p:nvPicPr>
        <p:blipFill>
          <a:blip r:embed="rId3"/>
          <a:srcRect l="-474" r="-125" b="-157"/>
          <a:stretch>
            <a:fillRect/>
          </a:stretch>
        </p:blipFill>
        <p:spPr>
          <a:xfrm>
            <a:off x="657127" y="741680"/>
            <a:ext cx="8927443" cy="591371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0CB1703-85E6-4748-8469-EA718605BB77}"/>
              </a:ext>
            </a:extLst>
          </p:cNvPr>
          <p:cNvSpPr txBox="1"/>
          <p:nvPr/>
        </p:nvSpPr>
        <p:spPr>
          <a:xfrm>
            <a:off x="491826" y="319686"/>
            <a:ext cx="56068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Checking missing values :-</a:t>
            </a:r>
          </a:p>
        </p:txBody>
      </p:sp>
      <p:pic>
        <p:nvPicPr>
          <p:cNvPr id="7" name="Picture 6">
            <a:extLst>
              <a:ext uri="{FF2B5EF4-FFF2-40B4-BE49-F238E27FC236}">
                <a16:creationId xmlns:a16="http://schemas.microsoft.com/office/drawing/2014/main" id="{F65B8C44-7A42-19B6-24EC-C4C0E9AF3E9C}"/>
              </a:ext>
            </a:extLst>
          </p:cNvPr>
          <p:cNvPicPr>
            <a:picLocks noChangeAspect="1"/>
          </p:cNvPicPr>
          <p:nvPr/>
        </p:nvPicPr>
        <p:blipFill>
          <a:blip r:embed="rId2"/>
          <a:stretch>
            <a:fillRect/>
          </a:stretch>
        </p:blipFill>
        <p:spPr>
          <a:xfrm>
            <a:off x="4249541" y="321971"/>
            <a:ext cx="2211848" cy="6342846"/>
          </a:xfrm>
          <a:prstGeom prst="rect">
            <a:avLst/>
          </a:prstGeom>
        </p:spPr>
      </p:pic>
    </p:spTree>
    <p:extLst>
      <p:ext uri="{BB962C8B-B14F-4D97-AF65-F5344CB8AC3E}">
        <p14:creationId xmlns:p14="http://schemas.microsoft.com/office/powerpoint/2010/main" val="364680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4DE49C-CF5D-B651-5192-B4DB234FE05B}"/>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4" name="TextBox 3">
            <a:extLst>
              <a:ext uri="{FF2B5EF4-FFF2-40B4-BE49-F238E27FC236}">
                <a16:creationId xmlns:a16="http://schemas.microsoft.com/office/drawing/2014/main" id="{E3BDEFD1-B4AF-65A8-57B4-4F1AB17F76E0}"/>
              </a:ext>
            </a:extLst>
          </p:cNvPr>
          <p:cNvSpPr txBox="1"/>
          <p:nvPr/>
        </p:nvSpPr>
        <p:spPr>
          <a:xfrm>
            <a:off x="344278" y="356573"/>
            <a:ext cx="453709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Categorial column :-</a:t>
            </a:r>
          </a:p>
        </p:txBody>
      </p:sp>
      <p:pic>
        <p:nvPicPr>
          <p:cNvPr id="5" name="Picture 4">
            <a:extLst>
              <a:ext uri="{FF2B5EF4-FFF2-40B4-BE49-F238E27FC236}">
                <a16:creationId xmlns:a16="http://schemas.microsoft.com/office/drawing/2014/main" id="{9B203550-DC53-B687-CD70-C60F6271DDAF}"/>
              </a:ext>
            </a:extLst>
          </p:cNvPr>
          <p:cNvPicPr>
            <a:picLocks noChangeAspect="1"/>
          </p:cNvPicPr>
          <p:nvPr/>
        </p:nvPicPr>
        <p:blipFill>
          <a:blip r:embed="rId2"/>
          <a:stretch>
            <a:fillRect/>
          </a:stretch>
        </p:blipFill>
        <p:spPr>
          <a:xfrm>
            <a:off x="3883604" y="96591"/>
            <a:ext cx="2707607" cy="6664817"/>
          </a:xfrm>
          <a:prstGeom prst="rect">
            <a:avLst/>
          </a:prstGeom>
        </p:spPr>
      </p:pic>
    </p:spTree>
    <p:extLst>
      <p:ext uri="{BB962C8B-B14F-4D97-AF65-F5344CB8AC3E}">
        <p14:creationId xmlns:p14="http://schemas.microsoft.com/office/powerpoint/2010/main" val="1577227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EFEAED-14AB-9518-2A9E-CD1C5AD2B277}"/>
              </a:ext>
            </a:extLst>
          </p:cNvPr>
          <p:cNvPicPr>
            <a:picLocks noChangeAspect="1"/>
          </p:cNvPicPr>
          <p:nvPr/>
        </p:nvPicPr>
        <p:blipFill>
          <a:blip r:embed="rId2"/>
          <a:stretch>
            <a:fillRect/>
          </a:stretch>
        </p:blipFill>
        <p:spPr>
          <a:xfrm>
            <a:off x="1604359" y="429498"/>
            <a:ext cx="6686550" cy="5591175"/>
          </a:xfrm>
          <a:prstGeom prst="rect">
            <a:avLst/>
          </a:prstGeom>
        </p:spPr>
      </p:pic>
    </p:spTree>
    <p:extLst>
      <p:ext uri="{BB962C8B-B14F-4D97-AF65-F5344CB8AC3E}">
        <p14:creationId xmlns:p14="http://schemas.microsoft.com/office/powerpoint/2010/main" val="700181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F98BA3-EF47-5AE0-8D6D-535808341AD6}"/>
              </a:ext>
            </a:extLst>
          </p:cNvPr>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3" name="Picture 2">
            <a:extLst>
              <a:ext uri="{FF2B5EF4-FFF2-40B4-BE49-F238E27FC236}">
                <a16:creationId xmlns:a16="http://schemas.microsoft.com/office/drawing/2014/main" id="{15A47979-16DC-D870-29DF-5E2384A49BBD}"/>
              </a:ext>
            </a:extLst>
          </p:cNvPr>
          <p:cNvPicPr>
            <a:picLocks noChangeAspect="1"/>
          </p:cNvPicPr>
          <p:nvPr/>
        </p:nvPicPr>
        <p:blipFill>
          <a:blip r:embed="rId2"/>
          <a:stretch>
            <a:fillRect/>
          </a:stretch>
        </p:blipFill>
        <p:spPr>
          <a:xfrm>
            <a:off x="1975163" y="12611"/>
            <a:ext cx="6610350" cy="6210300"/>
          </a:xfrm>
          <a:prstGeom prst="rect">
            <a:avLst/>
          </a:prstGeom>
        </p:spPr>
      </p:pic>
    </p:spTree>
    <p:extLst>
      <p:ext uri="{BB962C8B-B14F-4D97-AF65-F5344CB8AC3E}">
        <p14:creationId xmlns:p14="http://schemas.microsoft.com/office/powerpoint/2010/main" val="1293417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29D89D-8716-EA80-7348-80E48F6DD03C}"/>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3" name="Picture 2">
            <a:extLst>
              <a:ext uri="{FF2B5EF4-FFF2-40B4-BE49-F238E27FC236}">
                <a16:creationId xmlns:a16="http://schemas.microsoft.com/office/drawing/2014/main" id="{A3917AAE-CA09-C434-78BE-FF4924214709}"/>
              </a:ext>
            </a:extLst>
          </p:cNvPr>
          <p:cNvPicPr>
            <a:picLocks noChangeAspect="1"/>
          </p:cNvPicPr>
          <p:nvPr/>
        </p:nvPicPr>
        <p:blipFill>
          <a:blip r:embed="rId2"/>
          <a:stretch>
            <a:fillRect/>
          </a:stretch>
        </p:blipFill>
        <p:spPr>
          <a:xfrm>
            <a:off x="1702090" y="401057"/>
            <a:ext cx="6619875" cy="5819775"/>
          </a:xfrm>
          <a:prstGeom prst="rect">
            <a:avLst/>
          </a:prstGeom>
        </p:spPr>
      </p:pic>
    </p:spTree>
    <p:extLst>
      <p:ext uri="{BB962C8B-B14F-4D97-AF65-F5344CB8AC3E}">
        <p14:creationId xmlns:p14="http://schemas.microsoft.com/office/powerpoint/2010/main" val="2916382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A8129D-9A62-C54D-27DB-093BDFBB534D}"/>
              </a:ext>
            </a:extLst>
          </p:cNvPr>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3" name="Picture 2">
            <a:extLst>
              <a:ext uri="{FF2B5EF4-FFF2-40B4-BE49-F238E27FC236}">
                <a16:creationId xmlns:a16="http://schemas.microsoft.com/office/drawing/2014/main" id="{1A02CCAA-4FFF-67D8-D258-FCA7C3FFB8A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67789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21C0C3CB-92CD-0ABE-1C14-5B209C7D0292}"/>
              </a:ext>
            </a:extLst>
          </p:cNvPr>
          <p:cNvSpPr txBox="1"/>
          <p:nvPr/>
        </p:nvSpPr>
        <p:spPr>
          <a:xfrm>
            <a:off x="233617" y="1008243"/>
            <a:ext cx="6406037"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ea typeface="+mn-lt"/>
                <a:cs typeface="+mn-lt"/>
              </a:rPr>
              <a:t>Build predictive models (yield/profit forecasting, loss-risk prediction)</a:t>
            </a:r>
            <a:endParaRPr lang="en-US" dirty="0"/>
          </a:p>
          <a:p>
            <a:pPr marL="285750" indent="-285750">
              <a:buFont typeface="Arial"/>
              <a:buChar char="•"/>
            </a:pPr>
            <a:r>
              <a:rPr lang="en-US" dirty="0">
                <a:ea typeface="+mn-lt"/>
                <a:cs typeface="+mn-lt"/>
              </a:rPr>
              <a:t>Integrate real-time weather, soil, and market price data</a:t>
            </a:r>
            <a:endParaRPr lang="en-US" dirty="0"/>
          </a:p>
          <a:p>
            <a:pPr marL="285750" indent="-285750">
              <a:buFont typeface="Arial"/>
              <a:buChar char="•"/>
            </a:pPr>
            <a:r>
              <a:rPr lang="en-US" dirty="0">
                <a:ea typeface="+mn-lt"/>
                <a:cs typeface="+mn-lt"/>
              </a:rPr>
              <a:t>Deploy as an interactive dashboard for farmers/officers</a:t>
            </a:r>
            <a:endParaRPr lang="en-US" dirty="0"/>
          </a:p>
          <a:p>
            <a:pPr marL="285750" indent="-285750">
              <a:buFont typeface="Arial"/>
              <a:buChar char="•"/>
            </a:pPr>
            <a:r>
              <a:rPr lang="en-US" dirty="0">
                <a:ea typeface="+mn-lt"/>
                <a:cs typeface="+mn-lt"/>
              </a:rPr>
              <a:t>Add geospatial (district-level) analysis</a:t>
            </a:r>
            <a:endParaRPr lang="en-US" dirty="0"/>
          </a:p>
          <a:p>
            <a:pPr marL="285750" indent="-285750">
              <a:buFont typeface="Arial"/>
              <a:buChar char="•"/>
            </a:pPr>
            <a:r>
              <a:rPr lang="en-US" dirty="0">
                <a:ea typeface="+mn-lt"/>
                <a:cs typeface="+mn-lt"/>
              </a:rPr>
              <a:t>Extend to multi-year data for trend analysis</a:t>
            </a:r>
            <a:endParaRPr lang="en-US" dirty="0"/>
          </a:p>
          <a:p>
            <a:pPr marL="285750" indent="-285750">
              <a:buFont typeface="Arial"/>
              <a:buChar char="•"/>
            </a:pPr>
            <a:r>
              <a:rPr lang="en-US" dirty="0">
                <a:ea typeface="+mn-lt"/>
                <a:cs typeface="+mn-lt"/>
              </a:rPr>
              <a:t>Use insights for crop insurance and farm advisory recommendation systems</a:t>
            </a:r>
            <a:endParaRPr lang="en-US" dirty="0"/>
          </a:p>
          <a:p>
            <a:pPr marL="285750" indent="-285750">
              <a:buFont typeface="Arial"/>
              <a:buChar char="•"/>
            </a:pPr>
            <a:r>
              <a:rPr lang="en-US" dirty="0">
                <a:ea typeface="+mn-lt"/>
                <a:cs typeface="+mn-lt"/>
              </a:rPr>
              <a:t>Incorporate sustainability metrics (water/environmental impact) alongside profit</a:t>
            </a:r>
            <a:endParaRPr lang="en-US" dirty="0"/>
          </a:p>
          <a:p>
            <a:pPr algn="l"/>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DB30AC84-1AD5-90BC-630F-294A77BBA4DB}"/>
              </a:ext>
            </a:extLst>
          </p:cNvPr>
          <p:cNvSpPr txBox="1"/>
          <p:nvPr/>
        </p:nvSpPr>
        <p:spPr>
          <a:xfrm>
            <a:off x="770686" y="1568898"/>
            <a:ext cx="584896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mn-lt"/>
                <a:cs typeface="+mn-lt"/>
              </a:rPr>
              <a:t>https://github.com/vaishnavmapadi45/seasonal_-agriculture_crop-analysis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320357" y="-198371"/>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3CC35217-AD4F-206D-9C22-B949D78747FC}"/>
              </a:ext>
            </a:extLst>
          </p:cNvPr>
          <p:cNvPicPr>
            <a:picLocks noChangeAspect="1"/>
          </p:cNvPicPr>
          <p:nvPr/>
        </p:nvPicPr>
        <p:blipFill>
          <a:blip r:embed="rId3"/>
          <a:stretch>
            <a:fillRect/>
          </a:stretch>
        </p:blipFill>
        <p:spPr>
          <a:xfrm>
            <a:off x="94386" y="894080"/>
            <a:ext cx="9666428" cy="557784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75910" y="2080715"/>
            <a:ext cx="11340000" cy="700114"/>
          </a:xfrm>
          <a:prstGeom prst="rect">
            <a:avLst/>
          </a:prstGeom>
        </p:spPr>
        <p:txBody>
          <a:bodyPr anchor="ctr">
            <a:normAutofit fontScale="90000"/>
          </a:bodyPr>
          <a:lstStyle/>
          <a:p>
            <a:pPr algn="ctr"/>
            <a:r>
              <a:rPr lang="en-US" sz="4800" b="1" dirty="0">
                <a:solidFill>
                  <a:schemeClr val="tx1"/>
                </a:solidFill>
              </a:rPr>
              <a:t>Thank you !!!</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556</TotalTime>
  <Words>71</Words>
  <Application>Microsoft Office PowerPoint</Application>
  <PresentationFormat>Widescreen</PresentationFormat>
  <Paragraphs>18</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Facet</vt:lpstr>
      <vt:lpstr>Project Title –Seasonal Agriculture Performance Analysis </vt:lpstr>
      <vt:lpstr>PROBLEM  STATEMENT</vt:lpstr>
      <vt:lpstr>Project Description  :-   </vt:lpstr>
      <vt:lpstr>WHO ARE THE END USERS?</vt:lpstr>
      <vt:lpstr>Technology Used</vt:lpstr>
      <vt:lpstr>RESULTS : complete information of dataset</vt:lpstr>
      <vt:lpstr>PowerPoint Presentation</vt:lpstr>
      <vt:lpstr>PowerPoint Presentation</vt:lpstr>
      <vt:lpstr>PowerPoint Presentation</vt:lpstr>
      <vt:lpstr>PowerPoint Presentation</vt:lpstr>
      <vt:lpstr>PowerPoint Presentation</vt:lpstr>
      <vt:lpstr>PowerPoint Presentation</vt:lpstr>
      <vt:lpstr>Future scope</vt:lpstr>
      <vt:lpstr>GitHub Link</vt:lpstr>
      <vt:lpstr>VOIS Course completion certificate -  Course name- Data Visualization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331</cp:revision>
  <dcterms:created xsi:type="dcterms:W3CDTF">2021-07-11T13:13:15Z</dcterms:created>
  <dcterms:modified xsi:type="dcterms:W3CDTF">2026-09-07T08:27:01Z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